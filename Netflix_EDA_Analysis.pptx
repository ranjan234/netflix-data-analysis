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Netflix 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Exploratory Data Analysis &amp; Statistical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📊 Dataset: Netflix Titles (8,804 records after cleaning)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🎯 Objective: Perform comprehensive statistical analysis of Netflix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📈 Analysis Approach: Data cleaning, exploratory analysis, and SQL-based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🔍 Key Areas: Content type distribution, geographic trends, temporal patterns, rating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📋 Tools Used: Python (Pandas, NumPy, Matplotlib, Seaborn) &amp;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📦 Columns: 12 features (show_id, type, title, director, cast, country, date_added, release_year, rating, duration, listed_in, description)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✅ Initial Records: 8,807 entries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🧹 Data Cleaning: Removed 3 rows with missing duration values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✔️ Final Records: 8,804 cleaned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📊 Content Mix: Movies (69.62%) | TV Shows (30.38%)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⚠️ Missing Values: Director (2,634), Cast (825), Country (831), others minimal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2560320" cy="1828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D0000"/>
                </a:solidFill>
              </a:defRPr>
            </a:pPr>
            <a:r>
              <a:t>8,804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Total Titles</a:t>
            </a:r>
            <a:br/>
          </a:p>
        </p:txBody>
      </p:sp>
      <p:sp>
        <p:nvSpPr>
          <p:cNvPr id="6" name="Rectangle 5"/>
          <p:cNvSpPr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92024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D0000"/>
                </a:solidFill>
              </a:defRPr>
            </a:pPr>
            <a:r>
              <a:t>6,131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Movies</a:t>
            </a:r>
            <a:br/>
            <a:r>
              <a:t>69.62%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2560320" cy="1828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D0000"/>
                </a:solidFill>
              </a:defRPr>
            </a:pPr>
            <a:r>
              <a:t>2,676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TV Shows</a:t>
            </a:r>
            <a:br/>
            <a:r>
              <a:t>30.38%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2560320" cy="1828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D0000"/>
                </a:solidFill>
              </a:defRPr>
            </a:pPr>
            <a:r>
              <a:t>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Countries</a:t>
            </a:r>
            <a:br/>
            <a:r>
              <a:t>represented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657600"/>
            <a:ext cx="2560320" cy="1828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9319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D0000"/>
                </a:solidFill>
              </a:defRPr>
            </a:pPr>
            <a:r>
              <a:t>USA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72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Top Country</a:t>
            </a:r>
            <a:br/>
            <a:r>
              <a:t>2,818 titles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657600"/>
            <a:ext cx="2560320" cy="1828800"/>
          </a:xfrm>
          <a:prstGeom prst="rect">
            <a:avLst/>
          </a:prstGeom>
          <a:solidFill>
            <a:srgbClr val="F0F0F0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9319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D0000"/>
                </a:solidFill>
              </a:defRPr>
            </a:pPr>
            <a:r>
              <a:t>1925-2021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572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Years Spanned</a:t>
            </a:r>
            <a:br/>
            <a:r>
              <a:t>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Query 1: Content Distribution by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🎬 Movies: 6,131 titles (69.62%)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📺 TV Shows: 2,676 titles (30.38%)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📊 Key Finding: Netflix catalog heavily skewed towards movies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💡 Insight: Movies dominate the platform with nearly 2.3x more titles than TV shows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🎯 Business Impact: Reflects broader streaming market preference for on-demand movie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Query 2: Top 10 Countries by Content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🌍 United States: 2,818 titles (dominates with ~32%)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🇮🇳 India: 972 titles (expanding rapidly, ~11%)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🇬🇧 United Kingdom: 419 titles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🇯🇵 Japan: 245 titles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🇰🇷 South Korea: 199 titles (K-dramas rising)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📈 Top 5 countries represent ~62% of total catalog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🌐 Geographic Insight: Netflix prioritizes English &amp; Asian markets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Query 3: Content Added Per Year (Growth Trend)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📅 2008-2016: Minimal growth (1-429 titles/year)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🚀 2017-2018: Rapid acceleration (1,188 → 1,649 titles)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📊 2019-2020: Peak years (2,016 &amp; 1,879 titles added)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2021: 1,498 titles (slight decline, year incomplete)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💡 Insight: Netflix aggressively expanded catalog 2017-2020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📈 Strategic Shift: Massive investment in original content &amp; acquisitions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Query 4: Content Rating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🎬 Movies - Top Ratings: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TV-MA: 2,062 titles (33.6% of movies) - Mature content dominates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TV-14: 1,427 titles (23.3%)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R: 797 titles (13.0%)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📺 TV Shows - Top Ratings: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TV-MA: 1,145 titles (42.8% of TV shows)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TV-14: 733 titles (27.4%)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🔞 Insight: Netflix targets adult audiences (75%+ of content rated TV-14 or higher)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Query 5: Average Movie Duration by 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⏱️ Longest Duration: NC-17 rated movies (avg 125 minutes)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🎭 Standard Duration: Most ratings 90-110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PG-13: 108 minutes (family-friendly length)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TV-MA: 95 minutes (adult-oriented, shorter)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G: 90 minutes (children's content, concise)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💡 Insight: Rating inversely correlates with duration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📌 Pattern: More restrictive ratings → longer &amp; more complex narratives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Query 6: Gap Between Release &amp; Addition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📊 TV Shows Average Gap: 2 years (recent productions prioritized)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🎬 Movies Average Gap: 5 years (older films in catalog)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⚡ TV Show Strategy: Netflix acquires shows soon after release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📽️ Movie Strategy: Acquires movies with longer delays (backlog content)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🎯 Finding: Netflix's acquisition strategy differs by content type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💡 Insight: Fresh TV content vs. catalog-filling older films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Query 7: Top 10 Genres by Content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🎬 International Movies: 2,752 titles (31.2%)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🎭 Dramas: 2,427 titles (27.6%)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😂 Comedies: 1,016 titles (11.5%)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📺 International TV Shows: 1,351 titles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🎬 Documentaries: 869 titles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🥊 Action &amp; Adventure: 853 titles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💡 Insight: Global, dramatic content dominates Netflix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Query 8: Most Prolific Directors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👥 Top Directors: Multiple with 2 titles each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🎬 Examples: Alessandro Angulo, BB Sasore, Billy Corben, Brad Anderson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📊 Finding: No single director dominates (fragmented creator base)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🎯 Insight: Netflix diversifies across many directors vs. relying on few superstars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🌍 Pattern: Mix of movie and TV show directors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💼 Strategy: Broad portfolio approach to reduce risk &amp; increase diversity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Quality &amp; Cleaning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🧹 Missing Values Handled: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Duration: 3 rows removed (100% impactful columns)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Director: 2,634 missing (30%) - TV shows often don't credit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Cast: 825 missing (9.4%) - Documentary/reality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Country: 831 missing (9.4%) - Data entry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✅ Final Dataset: 8,804 clean records ready for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📋 Approach: Removed null durations, kept others for analysis flexibility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1️⃣ Market Focus: Netflix heavily invests in USA (32% of catalog)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2️⃣ Content Type: Movies dominate (69.6%) but TV shows growing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3️⃣ Audience: Targets mature audiences (75%+ TV-14 or higher)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4️⃣ Expansion Period: 2017-2020 saw aggressive growth (acquisition phase)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5️⃣ Global Strategy: International content (dramas, global) = 60%+ of catalog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6️⃣ Creators: Diverse creator base prevents over-reliance on single talent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D0000"/>
          </a:solidFill>
          <a:ln>
            <a:solidFill>
              <a:srgbClr val="D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Recommendations for Further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🔍 Next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Perform sentiment analysis on descriptions to identify content themes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Analyze cast network to find actor/actress collaborations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Forecast future content categories based on growth trends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Geographic analysis: Content preference by country/region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Release year vs success rate correlation study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 • Genre-specific profitability analysis (if viewing data available)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Netflix: Data-Driven Content Strategy in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